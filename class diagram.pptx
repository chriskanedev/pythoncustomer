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" y="-1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058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4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62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1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29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74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69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92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84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204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82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472A9-B681-4220-8C78-E10435545E66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1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FEAAC59-5356-4E8C-9479-6E6DA8E6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856099"/>
              </p:ext>
            </p:extLst>
          </p:nvPr>
        </p:nvGraphicFramePr>
        <p:xfrm>
          <a:off x="747884" y="8338367"/>
          <a:ext cx="199846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84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input.py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orderInput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36A2787-6C9C-4995-8E7F-E5EC57F22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926213"/>
              </p:ext>
            </p:extLst>
          </p:nvPr>
        </p:nvGraphicFramePr>
        <p:xfrm>
          <a:off x="8510238" y="8232335"/>
          <a:ext cx="1998462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84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dirty="0"/>
                        <a:t>Receipt.py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+</a:t>
                      </a:r>
                      <a:r>
                        <a:rPr lang="en-GB" sz="1800" dirty="0" err="1"/>
                        <a:t>CreateReceipt</a:t>
                      </a:r>
                      <a:r>
                        <a:rPr lang="en-GB" sz="1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0A28AF-3325-4FC1-AE75-27AA48D0F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219165"/>
              </p:ext>
            </p:extLst>
          </p:nvPr>
        </p:nvGraphicFramePr>
        <p:xfrm>
          <a:off x="4769021" y="8077181"/>
          <a:ext cx="19984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84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basket.py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+basket()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-</a:t>
                      </a:r>
                      <a:r>
                        <a:rPr lang="en-GB" sz="1800" dirty="0" err="1"/>
                        <a:t>basketEdit</a:t>
                      </a:r>
                      <a:r>
                        <a:rPr lang="en-GB" sz="1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805596"/>
                  </a:ext>
                </a:extLst>
              </a:tr>
            </a:tbl>
          </a:graphicData>
        </a:graphic>
      </p:graphicFrame>
      <p:sp>
        <p:nvSpPr>
          <p:cNvPr id="8" name="Diamond 7">
            <a:extLst>
              <a:ext uri="{FF2B5EF4-FFF2-40B4-BE49-F238E27FC236}">
                <a16:creationId xmlns:a16="http://schemas.microsoft.com/office/drawing/2014/main" id="{1880CC91-7329-4CCD-8FC6-3EE5515CA272}"/>
              </a:ext>
            </a:extLst>
          </p:cNvPr>
          <p:cNvSpPr/>
          <p:nvPr/>
        </p:nvSpPr>
        <p:spPr>
          <a:xfrm>
            <a:off x="3902914" y="8137193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9D02F9B5-78F0-41FC-B92F-D7821DAF6D39}"/>
              </a:ext>
            </a:extLst>
          </p:cNvPr>
          <p:cNvSpPr/>
          <p:nvPr/>
        </p:nvSpPr>
        <p:spPr>
          <a:xfrm>
            <a:off x="2701171" y="8851989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776083-1938-4336-986F-523E15B5EC84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692284" y="8281575"/>
            <a:ext cx="1210633" cy="299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057572-70DB-46E3-854C-CAD14196DD4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535360" y="8941508"/>
            <a:ext cx="1215844" cy="548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17BF941-A2AA-4914-A331-C08C8B32B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410"/>
              </p:ext>
            </p:extLst>
          </p:nvPr>
        </p:nvGraphicFramePr>
        <p:xfrm>
          <a:off x="682241" y="6729354"/>
          <a:ext cx="199846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84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dirty="0"/>
                        <a:t>Menu.txt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</a:tbl>
          </a:graphicData>
        </a:graphic>
      </p:graphicFrame>
      <p:sp>
        <p:nvSpPr>
          <p:cNvPr id="15" name="Diamond 14">
            <a:extLst>
              <a:ext uri="{FF2B5EF4-FFF2-40B4-BE49-F238E27FC236}">
                <a16:creationId xmlns:a16="http://schemas.microsoft.com/office/drawing/2014/main" id="{CA36F239-F3D8-490D-8C36-448324B51790}"/>
              </a:ext>
            </a:extLst>
          </p:cNvPr>
          <p:cNvSpPr/>
          <p:nvPr/>
        </p:nvSpPr>
        <p:spPr>
          <a:xfrm>
            <a:off x="1393055" y="8037969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25D434-7E7D-4C10-B7B3-9ECAB81D0295}"/>
              </a:ext>
            </a:extLst>
          </p:cNvPr>
          <p:cNvCxnSpPr>
            <a:cxnSpLocks/>
          </p:cNvCxnSpPr>
          <p:nvPr/>
        </p:nvCxnSpPr>
        <p:spPr>
          <a:xfrm flipV="1">
            <a:off x="1810150" y="7085804"/>
            <a:ext cx="0" cy="9405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174367ED-4461-48B4-B1E2-53231EA8C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239659"/>
              </p:ext>
            </p:extLst>
          </p:nvPr>
        </p:nvGraphicFramePr>
        <p:xfrm>
          <a:off x="8367267" y="10256280"/>
          <a:ext cx="2224762" cy="21159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47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68431">
                <a:tc>
                  <a:txBody>
                    <a:bodyPr/>
                    <a:lstStyle/>
                    <a:p>
                      <a:r>
                        <a:rPr lang="en-GB" sz="1800" dirty="0"/>
                        <a:t>wallet.py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GB" sz="1800" dirty="0"/>
                        <a:t>+</a:t>
                      </a:r>
                      <a:r>
                        <a:rPr lang="en-GB" sz="1800" dirty="0" err="1"/>
                        <a:t>TestCustomerWallet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- __</a:t>
                      </a:r>
                      <a:r>
                        <a:rPr lang="en-GB" sz="1800" dirty="0" err="1"/>
                        <a:t>init</a:t>
                      </a:r>
                      <a:r>
                        <a:rPr lang="en-GB" sz="1800" dirty="0"/>
                        <a:t>__()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805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-deposit()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3714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dirty="0"/>
                        <a:t>-display()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860742"/>
                  </a:ext>
                </a:extLst>
              </a:tr>
            </a:tbl>
          </a:graphicData>
        </a:graphic>
      </p:graphicFrame>
      <p:sp>
        <p:nvSpPr>
          <p:cNvPr id="20" name="Diamond 19">
            <a:extLst>
              <a:ext uri="{FF2B5EF4-FFF2-40B4-BE49-F238E27FC236}">
                <a16:creationId xmlns:a16="http://schemas.microsoft.com/office/drawing/2014/main" id="{4B879F06-A285-40F4-9D1B-08A5296DA377}"/>
              </a:ext>
            </a:extLst>
          </p:cNvPr>
          <p:cNvSpPr/>
          <p:nvPr/>
        </p:nvSpPr>
        <p:spPr>
          <a:xfrm>
            <a:off x="7676048" y="8563231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C3BE01-E15E-4895-9F86-58C99E5B8F7F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6742636" y="8705766"/>
            <a:ext cx="933412" cy="184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Diamond 21">
            <a:extLst>
              <a:ext uri="{FF2B5EF4-FFF2-40B4-BE49-F238E27FC236}">
                <a16:creationId xmlns:a16="http://schemas.microsoft.com/office/drawing/2014/main" id="{8C59062F-781B-401F-8160-87D0E60CAD88}"/>
              </a:ext>
            </a:extLst>
          </p:cNvPr>
          <p:cNvSpPr/>
          <p:nvPr/>
        </p:nvSpPr>
        <p:spPr>
          <a:xfrm>
            <a:off x="9030689" y="9080047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D51B98-93C6-49E5-AB54-48328FAF9E41}"/>
              </a:ext>
            </a:extLst>
          </p:cNvPr>
          <p:cNvCxnSpPr>
            <a:cxnSpLocks/>
            <a:stCxn id="19" idx="0"/>
            <a:endCxn id="22" idx="2"/>
          </p:cNvCxnSpPr>
          <p:nvPr/>
        </p:nvCxnSpPr>
        <p:spPr>
          <a:xfrm flipH="1" flipV="1">
            <a:off x="9447784" y="9368805"/>
            <a:ext cx="31864" cy="8874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6" name="Table 5">
            <a:extLst>
              <a:ext uri="{FF2B5EF4-FFF2-40B4-BE49-F238E27FC236}">
                <a16:creationId xmlns:a16="http://schemas.microsoft.com/office/drawing/2014/main" id="{29979679-DC74-41C8-B6D2-DBE9FFD3C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35492"/>
              </p:ext>
            </p:extLst>
          </p:nvPr>
        </p:nvGraphicFramePr>
        <p:xfrm>
          <a:off x="8367267" y="5411420"/>
          <a:ext cx="2284403" cy="174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4403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 dirty="0"/>
                        <a:t>Randomcodegen.py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+</a:t>
                      </a:r>
                      <a:r>
                        <a:rPr lang="en-GB" sz="1800" dirty="0" err="1"/>
                        <a:t>order_number_generator</a:t>
                      </a:r>
                      <a:r>
                        <a:rPr lang="en-GB" sz="1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-</a:t>
                      </a:r>
                      <a:r>
                        <a:rPr lang="en-GB" sz="1800" dirty="0" err="1"/>
                        <a:t>ordercode</a:t>
                      </a:r>
                      <a:r>
                        <a:rPr lang="en-GB" sz="1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28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-</a:t>
                      </a:r>
                      <a:r>
                        <a:rPr lang="en-GB" sz="1800" dirty="0" err="1"/>
                        <a:t>numgen</a:t>
                      </a:r>
                      <a:r>
                        <a:rPr lang="en-GB" sz="1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133117"/>
                  </a:ext>
                </a:extLst>
              </a:tr>
            </a:tbl>
          </a:graphicData>
        </a:graphic>
      </p:graphicFrame>
      <p:sp>
        <p:nvSpPr>
          <p:cNvPr id="27" name="Diamond 26">
            <a:extLst>
              <a:ext uri="{FF2B5EF4-FFF2-40B4-BE49-F238E27FC236}">
                <a16:creationId xmlns:a16="http://schemas.microsoft.com/office/drawing/2014/main" id="{C1AA4843-C04F-48C4-8FC2-B7A9C01147A4}"/>
              </a:ext>
            </a:extLst>
          </p:cNvPr>
          <p:cNvSpPr/>
          <p:nvPr/>
        </p:nvSpPr>
        <p:spPr>
          <a:xfrm>
            <a:off x="9000331" y="7917044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D79670-15C0-4799-976C-7BD6261535E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9417426" y="7115962"/>
            <a:ext cx="5414" cy="80108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7236214-0290-4802-8E32-C8263358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247508"/>
              </p:ext>
            </p:extLst>
          </p:nvPr>
        </p:nvGraphicFramePr>
        <p:xfrm>
          <a:off x="12332558" y="8792655"/>
          <a:ext cx="23672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7290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Ordertofile.py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+</a:t>
                      </a:r>
                      <a:r>
                        <a:rPr lang="en-GB" sz="1800" dirty="0" err="1"/>
                        <a:t>save_order_to_file</a:t>
                      </a:r>
                      <a:r>
                        <a:rPr lang="en-GB" sz="1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sp>
        <p:nvSpPr>
          <p:cNvPr id="25" name="Diamond 24">
            <a:extLst>
              <a:ext uri="{FF2B5EF4-FFF2-40B4-BE49-F238E27FC236}">
                <a16:creationId xmlns:a16="http://schemas.microsoft.com/office/drawing/2014/main" id="{78A45533-9B6E-477F-BAEE-E0C6487AE65D}"/>
              </a:ext>
            </a:extLst>
          </p:cNvPr>
          <p:cNvSpPr/>
          <p:nvPr/>
        </p:nvSpPr>
        <p:spPr>
          <a:xfrm>
            <a:off x="11495543" y="8900943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D7DEC1D-D913-4E3C-B842-F06790F2B4DD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10516591" y="8396880"/>
            <a:ext cx="978952" cy="64844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3D05EF3-A98D-44FA-8DDD-7218DA7CF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1516"/>
              </p:ext>
            </p:extLst>
          </p:nvPr>
        </p:nvGraphicFramePr>
        <p:xfrm>
          <a:off x="12357632" y="10600232"/>
          <a:ext cx="19984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84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Orderlog.csv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</a:tbl>
          </a:graphicData>
        </a:graphic>
      </p:graphicFrame>
      <p:sp>
        <p:nvSpPr>
          <p:cNvPr id="34" name="Diamond 33">
            <a:extLst>
              <a:ext uri="{FF2B5EF4-FFF2-40B4-BE49-F238E27FC236}">
                <a16:creationId xmlns:a16="http://schemas.microsoft.com/office/drawing/2014/main" id="{064067F8-929B-46BE-8BE6-CCFF8EF74C68}"/>
              </a:ext>
            </a:extLst>
          </p:cNvPr>
          <p:cNvSpPr/>
          <p:nvPr/>
        </p:nvSpPr>
        <p:spPr>
          <a:xfrm>
            <a:off x="12746828" y="10311474"/>
            <a:ext cx="834190" cy="2887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9827DBF-B8B5-48D0-BF4C-790E3CA17F47}"/>
              </a:ext>
            </a:extLst>
          </p:cNvPr>
          <p:cNvCxnSpPr>
            <a:cxnSpLocks/>
          </p:cNvCxnSpPr>
          <p:nvPr/>
        </p:nvCxnSpPr>
        <p:spPr>
          <a:xfrm flipV="1">
            <a:off x="13163923" y="9532302"/>
            <a:ext cx="0" cy="779172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19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</TotalTime>
  <Words>70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Bowmaker</dc:creator>
  <cp:lastModifiedBy>Martin Bowmaker</cp:lastModifiedBy>
  <cp:revision>11</cp:revision>
  <dcterms:created xsi:type="dcterms:W3CDTF">2021-03-24T09:31:16Z</dcterms:created>
  <dcterms:modified xsi:type="dcterms:W3CDTF">2021-03-25T15:42:13Z</dcterms:modified>
</cp:coreProperties>
</file>
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5995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1013" y="-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2356703"/>
            <a:ext cx="1835959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7563446"/>
            <a:ext cx="16199644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72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37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3590057"/>
            <a:ext cx="1862959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9636813"/>
            <a:ext cx="1862959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/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24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833390"/>
            <a:ext cx="9179798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833390"/>
            <a:ext cx="9179798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66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766681"/>
            <a:ext cx="1862959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3530053"/>
            <a:ext cx="9137610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5260078"/>
            <a:ext cx="9137610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3530053"/>
            <a:ext cx="9182611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5260078"/>
            <a:ext cx="9182611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21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20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61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2073367"/>
            <a:ext cx="10934760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66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2073367"/>
            <a:ext cx="10934760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54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766678"/>
            <a:ext cx="4657398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766678"/>
            <a:ext cx="13702199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18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766681"/>
            <a:ext cx="186295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833390"/>
            <a:ext cx="186295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472A9-B681-4220-8C78-E10435545E66}" type="datetimeFigureOut">
              <a:rPr lang="en-GB" smtClean="0"/>
              <a:t>31/03/2021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3346867"/>
            <a:ext cx="728984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6EA5A-FC07-4A80-82CA-C387A9AAE9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55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4FEAAC59-5356-4E8C-9479-6E6DA8E6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043311"/>
              </p:ext>
            </p:extLst>
          </p:nvPr>
        </p:nvGraphicFramePr>
        <p:xfrm>
          <a:off x="2997233" y="6670546"/>
          <a:ext cx="1838752" cy="1544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875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input.py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95095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orderInput.amountOfItem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orderInput.menu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470007504"/>
                  </a:ext>
                </a:extLst>
              </a:tr>
              <a:tr h="296665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orderInput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GB" sz="1400" dirty="0"/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36A2787-6C9C-4995-8E7F-E5EC57F22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993999"/>
              </p:ext>
            </p:extLst>
          </p:nvPr>
        </p:nvGraphicFramePr>
        <p:xfrm>
          <a:off x="10407697" y="6585723"/>
          <a:ext cx="2856355" cy="28569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6355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/>
                        <a:t>view_receipt.py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2267662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orderInput.amountOfItem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orderInput.menu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  <a:p>
                      <a:r>
                        <a:rPr lang="en-GB" sz="1400" dirty="0"/>
                        <a:t>+ </a:t>
                      </a:r>
                      <a:r>
                        <a:rPr lang="en-GB" sz="1400" dirty="0" err="1"/>
                        <a:t>order_store</a:t>
                      </a:r>
                      <a:r>
                        <a:rPr lang="en-GB" sz="1400" dirty="0"/>
                        <a:t> : bool</a:t>
                      </a:r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save_order</a:t>
                      </a:r>
                      <a:r>
                        <a:rPr lang="en-GB" sz="1400" dirty="0"/>
                        <a:t> : list</a:t>
                      </a:r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order_number</a:t>
                      </a:r>
                      <a:r>
                        <a:rPr lang="en-GB" sz="1400" dirty="0"/>
                        <a:t> : string</a:t>
                      </a:r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item_quantity</a:t>
                      </a:r>
                      <a:r>
                        <a:rPr lang="en-GB" sz="1400" dirty="0"/>
                        <a:t> : list</a:t>
                      </a:r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item_selected</a:t>
                      </a:r>
                      <a:r>
                        <a:rPr lang="en-GB" sz="1400" dirty="0"/>
                        <a:t> : list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item_price</a:t>
                      </a:r>
                      <a:r>
                        <a:rPr lang="en-GB" sz="1400" dirty="0"/>
                        <a:t> : list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order_total</a:t>
                      </a:r>
                      <a:r>
                        <a:rPr lang="en-GB" sz="1400" dirty="0"/>
                        <a:t> : float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item_index</a:t>
                      </a:r>
                      <a:r>
                        <a:rPr lang="en-GB" sz="1400" dirty="0"/>
                        <a:t> : int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444999266"/>
                  </a:ext>
                </a:extLst>
              </a:tr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CreateReceipt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0A28AF-3325-4FC1-AE75-27AA48D0F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324689"/>
              </p:ext>
            </p:extLst>
          </p:nvPr>
        </p:nvGraphicFramePr>
        <p:xfrm>
          <a:off x="6423462" y="6461603"/>
          <a:ext cx="2590062" cy="19393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0062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46106">
                <a:tc>
                  <a:txBody>
                    <a:bodyPr/>
                    <a:lstStyle/>
                    <a:p>
                      <a:r>
                        <a:rPr lang="en-GB" sz="1400" dirty="0"/>
                        <a:t>Basket.py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1152993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orderInput.amountOfItem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orderInput.menu</a:t>
                      </a:r>
                      <a:r>
                        <a:rPr lang="en-GB" sz="1400" dirty="0"/>
                        <a:t> : </a:t>
                      </a:r>
                      <a:r>
                        <a:rPr lang="en-GB" sz="1400" dirty="0" err="1"/>
                        <a:t>dict</a:t>
                      </a:r>
                      <a:endParaRPr lang="en-GB" sz="1400" dirty="0"/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itemSelection</a:t>
                      </a:r>
                      <a:r>
                        <a:rPr lang="en-GB" sz="1400" dirty="0"/>
                        <a:t> : string</a:t>
                      </a:r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itemSelectionAmount</a:t>
                      </a:r>
                      <a:r>
                        <a:rPr lang="en-GB" sz="1400" dirty="0"/>
                        <a:t> : string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  <a:tr h="424787">
                <a:tc>
                  <a:txBody>
                    <a:bodyPr/>
                    <a:lstStyle/>
                    <a:p>
                      <a:r>
                        <a:rPr lang="en-GB" sz="1400" dirty="0"/>
                        <a:t>+basket()</a:t>
                      </a:r>
                    </a:p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basketEdit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563805596"/>
                  </a:ext>
                </a:extLst>
              </a:tr>
            </a:tbl>
          </a:graphicData>
        </a:graphic>
      </p:graphicFrame>
      <p:sp>
        <p:nvSpPr>
          <p:cNvPr id="9" name="Diamond 8">
            <a:extLst>
              <a:ext uri="{FF2B5EF4-FFF2-40B4-BE49-F238E27FC236}">
                <a16:creationId xmlns:a16="http://schemas.microsoft.com/office/drawing/2014/main" id="{9D02F9B5-78F0-41FC-B92F-D7821DAF6D39}"/>
              </a:ext>
            </a:extLst>
          </p:cNvPr>
          <p:cNvSpPr/>
          <p:nvPr/>
        </p:nvSpPr>
        <p:spPr>
          <a:xfrm>
            <a:off x="4783471" y="6889596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057572-70DB-46E3-854C-CAD14196DD4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450807" y="6961210"/>
            <a:ext cx="972654" cy="4388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17BF941-A2AA-4914-A331-C08C8B32B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76280"/>
              </p:ext>
            </p:extLst>
          </p:nvPr>
        </p:nvGraphicFramePr>
        <p:xfrm>
          <a:off x="3027320" y="5383364"/>
          <a:ext cx="1598734" cy="2926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8734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/>
                        <a:t>Menu.txt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</a:tbl>
          </a:graphicData>
        </a:graphic>
      </p:graphicFrame>
      <p:sp>
        <p:nvSpPr>
          <p:cNvPr id="15" name="Diamond 14">
            <a:extLst>
              <a:ext uri="{FF2B5EF4-FFF2-40B4-BE49-F238E27FC236}">
                <a16:creationId xmlns:a16="http://schemas.microsoft.com/office/drawing/2014/main" id="{CA36F239-F3D8-490D-8C36-448324B51790}"/>
              </a:ext>
            </a:extLst>
          </p:cNvPr>
          <p:cNvSpPr/>
          <p:nvPr/>
        </p:nvSpPr>
        <p:spPr>
          <a:xfrm>
            <a:off x="3595959" y="6430234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25D434-7E7D-4C10-B7B3-9ECAB81D0295}"/>
              </a:ext>
            </a:extLst>
          </p:cNvPr>
          <p:cNvCxnSpPr>
            <a:cxnSpLocks/>
          </p:cNvCxnSpPr>
          <p:nvPr/>
        </p:nvCxnSpPr>
        <p:spPr>
          <a:xfrm flipV="1">
            <a:off x="3929627" y="5668518"/>
            <a:ext cx="0" cy="752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174367ED-4461-48B4-B1E2-53231EA8C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931729"/>
              </p:ext>
            </p:extLst>
          </p:nvPr>
        </p:nvGraphicFramePr>
        <p:xfrm>
          <a:off x="10121957" y="4869175"/>
          <a:ext cx="2002238" cy="1106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2238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 err="1"/>
                        <a:t>order_adapter</a:t>
                      </a:r>
                      <a:endParaRPr lang="en-GB" sz="1400" dirty="0"/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40673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order_number</a:t>
                      </a:r>
                      <a:r>
                        <a:rPr lang="en-GB" sz="1400" dirty="0"/>
                        <a:t> : string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927300183"/>
                  </a:ext>
                </a:extLst>
              </a:tr>
              <a:tr h="40673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order_number_adapt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sp>
        <p:nvSpPr>
          <p:cNvPr id="20" name="Diamond 19">
            <a:extLst>
              <a:ext uri="{FF2B5EF4-FFF2-40B4-BE49-F238E27FC236}">
                <a16:creationId xmlns:a16="http://schemas.microsoft.com/office/drawing/2014/main" id="{4B879F06-A285-40F4-9D1B-08A5296DA377}"/>
              </a:ext>
            </a:extLst>
          </p:cNvPr>
          <p:cNvSpPr/>
          <p:nvPr/>
        </p:nvSpPr>
        <p:spPr>
          <a:xfrm>
            <a:off x="9002266" y="6880356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C3BE01-E15E-4895-9F86-58C99E5B8F7F}"/>
              </a:ext>
            </a:extLst>
          </p:cNvPr>
          <p:cNvCxnSpPr>
            <a:cxnSpLocks/>
          </p:cNvCxnSpPr>
          <p:nvPr/>
        </p:nvCxnSpPr>
        <p:spPr>
          <a:xfrm flipH="1" flipV="1">
            <a:off x="9664847" y="6994382"/>
            <a:ext cx="746713" cy="14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Diamond 21">
            <a:extLst>
              <a:ext uri="{FF2B5EF4-FFF2-40B4-BE49-F238E27FC236}">
                <a16:creationId xmlns:a16="http://schemas.microsoft.com/office/drawing/2014/main" id="{8C59062F-781B-401F-8160-87D0E60CAD88}"/>
              </a:ext>
            </a:extLst>
          </p:cNvPr>
          <p:cNvSpPr/>
          <p:nvPr/>
        </p:nvSpPr>
        <p:spPr>
          <a:xfrm>
            <a:off x="11605100" y="4609602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D51B98-93C6-49E5-AB54-48328FAF9E41}"/>
              </a:ext>
            </a:extLst>
          </p:cNvPr>
          <p:cNvCxnSpPr>
            <a:cxnSpLocks/>
          </p:cNvCxnSpPr>
          <p:nvPr/>
        </p:nvCxnSpPr>
        <p:spPr>
          <a:xfrm flipV="1">
            <a:off x="11934832" y="3719361"/>
            <a:ext cx="69926" cy="91775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29979679-DC74-41C8-B6D2-DBE9FFD3C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92284"/>
              </p:ext>
            </p:extLst>
          </p:nvPr>
        </p:nvGraphicFramePr>
        <p:xfrm>
          <a:off x="8352542" y="2525469"/>
          <a:ext cx="2524037" cy="1316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4037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/>
                        <a:t>order_number_gen.py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512053">
                <a:tc>
                  <a:txBody>
                    <a:bodyPr/>
                    <a:lstStyle/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order_num</a:t>
                      </a:r>
                      <a:r>
                        <a:rPr lang="en-GB" sz="1400" dirty="0"/>
                        <a:t> : string</a:t>
                      </a:r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new_code</a:t>
                      </a:r>
                      <a:r>
                        <a:rPr lang="en-GB" sz="1400" dirty="0"/>
                        <a:t> : string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  <a:tr h="512053">
                <a:tc>
                  <a:txBody>
                    <a:bodyPr/>
                    <a:lstStyle/>
                    <a:p>
                      <a:r>
                        <a:rPr lang="en-GB" sz="1400" dirty="0"/>
                        <a:t>-</a:t>
                      </a:r>
                      <a:r>
                        <a:rPr lang="en-GB" sz="1400" dirty="0" err="1"/>
                        <a:t>ordercode</a:t>
                      </a:r>
                      <a:r>
                        <a:rPr lang="en-GB" sz="1400" dirty="0"/>
                        <a:t>()</a:t>
                      </a:r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order_number_generator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2617288427"/>
                  </a:ext>
                </a:extLst>
              </a:tr>
            </a:tbl>
          </a:graphicData>
        </a:graphic>
      </p:graphicFrame>
      <p:sp>
        <p:nvSpPr>
          <p:cNvPr id="27" name="Diamond 26">
            <a:extLst>
              <a:ext uri="{FF2B5EF4-FFF2-40B4-BE49-F238E27FC236}">
                <a16:creationId xmlns:a16="http://schemas.microsoft.com/office/drawing/2014/main" id="{C1AA4843-C04F-48C4-8FC2-B7A9C01147A4}"/>
              </a:ext>
            </a:extLst>
          </p:cNvPr>
          <p:cNvSpPr/>
          <p:nvPr/>
        </p:nvSpPr>
        <p:spPr>
          <a:xfrm>
            <a:off x="10799762" y="6333496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9D79670-15C0-4799-976C-7BD6261535E7}"/>
              </a:ext>
            </a:extLst>
          </p:cNvPr>
          <p:cNvCxnSpPr>
            <a:cxnSpLocks/>
            <a:stCxn id="27" idx="0"/>
            <a:endCxn id="19" idx="2"/>
          </p:cNvCxnSpPr>
          <p:nvPr/>
        </p:nvCxnSpPr>
        <p:spPr>
          <a:xfrm flipH="1" flipV="1">
            <a:off x="11123075" y="5975247"/>
            <a:ext cx="10356" cy="35824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7236214-0290-4802-8E32-C8263358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321"/>
              </p:ext>
            </p:extLst>
          </p:nvPr>
        </p:nvGraphicFramePr>
        <p:xfrm>
          <a:off x="15122942" y="6964429"/>
          <a:ext cx="1893790" cy="11053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3790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Ordertofile.py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  <a:tr h="512053">
                <a:tc>
                  <a:txBody>
                    <a:bodyPr/>
                    <a:lstStyle/>
                    <a:p>
                      <a:r>
                        <a:rPr lang="en-GB" sz="1400" dirty="0"/>
                        <a:t>- </a:t>
                      </a:r>
                      <a:r>
                        <a:rPr lang="en-GB" sz="1400" dirty="0" err="1"/>
                        <a:t>order_store</a:t>
                      </a:r>
                      <a:r>
                        <a:rPr lang="en-GB" sz="1400" dirty="0"/>
                        <a:t> : bool</a:t>
                      </a:r>
                    </a:p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save_order</a:t>
                      </a:r>
                      <a:r>
                        <a:rPr lang="en-GB" sz="1400" dirty="0"/>
                        <a:t> : list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4188287009"/>
                  </a:ext>
                </a:extLst>
              </a:tr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save_order_to_file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084577857"/>
                  </a:ext>
                </a:extLst>
              </a:tr>
            </a:tbl>
          </a:graphicData>
        </a:graphic>
      </p:graphicFrame>
      <p:sp>
        <p:nvSpPr>
          <p:cNvPr id="25" name="Diamond 24">
            <a:extLst>
              <a:ext uri="{FF2B5EF4-FFF2-40B4-BE49-F238E27FC236}">
                <a16:creationId xmlns:a16="http://schemas.microsoft.com/office/drawing/2014/main" id="{78A45533-9B6E-477F-BAEE-E0C6487AE65D}"/>
              </a:ext>
            </a:extLst>
          </p:cNvPr>
          <p:cNvSpPr/>
          <p:nvPr/>
        </p:nvSpPr>
        <p:spPr>
          <a:xfrm>
            <a:off x="13264054" y="6807363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7DEC1D-D913-4E3C-B842-F06790F2B4DD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 flipV="1">
            <a:off x="13931391" y="6922864"/>
            <a:ext cx="1191551" cy="594256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3D05EF3-A98D-44FA-8DDD-7218DA7CF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34587"/>
              </p:ext>
            </p:extLst>
          </p:nvPr>
        </p:nvGraphicFramePr>
        <p:xfrm>
          <a:off x="15183102" y="8965111"/>
          <a:ext cx="1598734" cy="296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8734">
                  <a:extLst>
                    <a:ext uri="{9D8B030D-6E8A-4147-A177-3AD203B41FA5}">
                      <a16:colId xmlns:a16="http://schemas.microsoft.com/office/drawing/2014/main" val="306141693"/>
                    </a:ext>
                  </a:extLst>
                </a:gridCol>
              </a:tblGrid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Orderlog.csv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3500643278"/>
                  </a:ext>
                </a:extLst>
              </a:tr>
            </a:tbl>
          </a:graphicData>
        </a:graphic>
      </p:graphicFrame>
      <p:sp>
        <p:nvSpPr>
          <p:cNvPr id="34" name="Diamond 33">
            <a:extLst>
              <a:ext uri="{FF2B5EF4-FFF2-40B4-BE49-F238E27FC236}">
                <a16:creationId xmlns:a16="http://schemas.microsoft.com/office/drawing/2014/main" id="{064067F8-929B-46BE-8BE6-CCFF8EF74C68}"/>
              </a:ext>
            </a:extLst>
          </p:cNvPr>
          <p:cNvSpPr/>
          <p:nvPr/>
        </p:nvSpPr>
        <p:spPr>
          <a:xfrm>
            <a:off x="15648801" y="8693136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9827DBF-B8B5-48D0-BF4C-790E3CA17F47}"/>
              </a:ext>
            </a:extLst>
          </p:cNvPr>
          <p:cNvCxnSpPr>
            <a:cxnSpLocks/>
          </p:cNvCxnSpPr>
          <p:nvPr/>
        </p:nvCxnSpPr>
        <p:spPr>
          <a:xfrm flipV="1">
            <a:off x="15982469" y="8069812"/>
            <a:ext cx="0" cy="623324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230F90-D3F2-46B3-8992-F87779604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65496"/>
              </p:ext>
            </p:extLst>
          </p:nvPr>
        </p:nvGraphicFramePr>
        <p:xfrm>
          <a:off x="11512386" y="3115808"/>
          <a:ext cx="2284508" cy="5892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4508">
                  <a:extLst>
                    <a:ext uri="{9D8B030D-6E8A-4147-A177-3AD203B41FA5}">
                      <a16:colId xmlns:a16="http://schemas.microsoft.com/office/drawing/2014/main" val="411298486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/>
                        <a:t>order_number_stub.py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1086708719"/>
                  </a:ext>
                </a:extLst>
              </a:tr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order_number_generator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4037363745"/>
                  </a:ext>
                </a:extLst>
              </a:tr>
            </a:tbl>
          </a:graphicData>
        </a:graphic>
      </p:graphicFrame>
      <p:sp>
        <p:nvSpPr>
          <p:cNvPr id="36" name="Diamond 35">
            <a:extLst>
              <a:ext uri="{FF2B5EF4-FFF2-40B4-BE49-F238E27FC236}">
                <a16:creationId xmlns:a16="http://schemas.microsoft.com/office/drawing/2014/main" id="{C55B0843-346C-4636-B43A-28E2A3862D8C}"/>
              </a:ext>
            </a:extLst>
          </p:cNvPr>
          <p:cNvSpPr/>
          <p:nvPr/>
        </p:nvSpPr>
        <p:spPr>
          <a:xfrm>
            <a:off x="10038204" y="4633280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BE4947-7E9A-40BC-B662-A160CAF2CE98}"/>
              </a:ext>
            </a:extLst>
          </p:cNvPr>
          <p:cNvCxnSpPr>
            <a:cxnSpLocks/>
          </p:cNvCxnSpPr>
          <p:nvPr/>
        </p:nvCxnSpPr>
        <p:spPr>
          <a:xfrm flipV="1">
            <a:off x="10305882" y="3847071"/>
            <a:ext cx="0" cy="85124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E622E9A9-50FF-4D46-B343-F254704EA706}"/>
              </a:ext>
            </a:extLst>
          </p:cNvPr>
          <p:cNvSpPr/>
          <p:nvPr/>
        </p:nvSpPr>
        <p:spPr>
          <a:xfrm>
            <a:off x="9454620" y="5445667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AAF075-E87B-48CC-8A53-C17425C8C9F2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8634502" y="5091789"/>
            <a:ext cx="820118" cy="46937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AECC5F5-C837-4C83-9118-7D55CC4A4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6780"/>
              </p:ext>
            </p:extLst>
          </p:nvPr>
        </p:nvGraphicFramePr>
        <p:xfrm>
          <a:off x="6349994" y="4622724"/>
          <a:ext cx="2284508" cy="5892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4508">
                  <a:extLst>
                    <a:ext uri="{9D8B030D-6E8A-4147-A177-3AD203B41FA5}">
                      <a16:colId xmlns:a16="http://schemas.microsoft.com/office/drawing/2014/main" val="411298486"/>
                    </a:ext>
                  </a:extLst>
                </a:gridCol>
              </a:tblGrid>
              <a:tr h="292602">
                <a:tc>
                  <a:txBody>
                    <a:bodyPr/>
                    <a:lstStyle/>
                    <a:p>
                      <a:r>
                        <a:rPr lang="en-GB" sz="1400" dirty="0" err="1"/>
                        <a:t>is_testing</a:t>
                      </a:r>
                      <a:endParaRPr lang="en-GB" sz="1400" dirty="0"/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1086708719"/>
                  </a:ext>
                </a:extLst>
              </a:tr>
              <a:tr h="296665">
                <a:tc>
                  <a:txBody>
                    <a:bodyPr/>
                    <a:lstStyle/>
                    <a:p>
                      <a:r>
                        <a:rPr lang="en-GB" sz="1400" dirty="0"/>
                        <a:t>+</a:t>
                      </a:r>
                      <a:r>
                        <a:rPr lang="en-GB" sz="1400" dirty="0" err="1"/>
                        <a:t>is_testing</a:t>
                      </a:r>
                      <a:r>
                        <a:rPr lang="en-GB" sz="1400" dirty="0"/>
                        <a:t>()</a:t>
                      </a:r>
                    </a:p>
                  </a:txBody>
                  <a:tcPr marL="73150" marR="73150" marT="36575" marB="36575"/>
                </a:tc>
                <a:extLst>
                  <a:ext uri="{0D108BD9-81ED-4DB2-BD59-A6C34878D82A}">
                    <a16:rowId xmlns:a16="http://schemas.microsoft.com/office/drawing/2014/main" val="4037363745"/>
                  </a:ext>
                </a:extLst>
              </a:tr>
            </a:tbl>
          </a:graphicData>
        </a:graphic>
      </p:graphicFrame>
      <p:sp>
        <p:nvSpPr>
          <p:cNvPr id="38" name="Diamond 37">
            <a:extLst>
              <a:ext uri="{FF2B5EF4-FFF2-40B4-BE49-F238E27FC236}">
                <a16:creationId xmlns:a16="http://schemas.microsoft.com/office/drawing/2014/main" id="{52B9D5D8-E0C1-48D3-88EB-D4FF41285807}"/>
              </a:ext>
            </a:extLst>
          </p:cNvPr>
          <p:cNvSpPr/>
          <p:nvPr/>
        </p:nvSpPr>
        <p:spPr>
          <a:xfrm>
            <a:off x="7572472" y="6188682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3C3E880-5120-47CA-B97F-1B3D562C729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7906141" y="5211991"/>
            <a:ext cx="0" cy="976691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Diamond 39">
            <a:extLst>
              <a:ext uri="{FF2B5EF4-FFF2-40B4-BE49-F238E27FC236}">
                <a16:creationId xmlns:a16="http://schemas.microsoft.com/office/drawing/2014/main" id="{4437A2AD-C5C5-4BD7-8DC3-2C6BE4C4566E}"/>
              </a:ext>
            </a:extLst>
          </p:cNvPr>
          <p:cNvSpPr/>
          <p:nvPr/>
        </p:nvSpPr>
        <p:spPr>
          <a:xfrm>
            <a:off x="4489077" y="6430234"/>
            <a:ext cx="667337" cy="2310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4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1149BA-C128-4486-ACD8-6D92B5AA9F6A}"/>
              </a:ext>
            </a:extLst>
          </p:cNvPr>
          <p:cNvCxnSpPr>
            <a:cxnSpLocks/>
            <a:stCxn id="40" idx="0"/>
            <a:endCxn id="32" idx="1"/>
          </p:cNvCxnSpPr>
          <p:nvPr/>
        </p:nvCxnSpPr>
        <p:spPr>
          <a:xfrm flipV="1">
            <a:off x="4822746" y="4917357"/>
            <a:ext cx="1527248" cy="1512877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19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</TotalTime>
  <Words>212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Bowmaker</dc:creator>
  <cp:lastModifiedBy>Martin Bowmaker</cp:lastModifiedBy>
  <cp:revision>20</cp:revision>
  <dcterms:created xsi:type="dcterms:W3CDTF">2021-03-24T09:31:16Z</dcterms:created>
  <dcterms:modified xsi:type="dcterms:W3CDTF">2021-03-31T14:42:14Z</dcterms:modified>
</cp:coreProperties>
</file>
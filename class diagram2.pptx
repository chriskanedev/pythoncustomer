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21599525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41" d="100"/>
          <a:sy n="41" d="100"/>
        </p:scale>
        <p:origin x="10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19965" y="2356703"/>
            <a:ext cx="1835959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7563446"/>
            <a:ext cx="16199644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724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437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9" y="3590057"/>
            <a:ext cx="1862959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9" y="9636813"/>
            <a:ext cx="1862959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/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75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75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72420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833390"/>
            <a:ext cx="9179798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5660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766681"/>
            <a:ext cx="1862959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3" y="3530053"/>
            <a:ext cx="9137610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3" y="5260078"/>
            <a:ext cx="9137610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1" y="3530053"/>
            <a:ext cx="9182611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1" y="5260078"/>
            <a:ext cx="9182611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210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2032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4611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2073367"/>
            <a:ext cx="10934760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6667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960014"/>
            <a:ext cx="6966409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2073367"/>
            <a:ext cx="10934760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1" y="4320064"/>
            <a:ext cx="6966409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8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2542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1" y="766678"/>
            <a:ext cx="4657398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8" y="766678"/>
            <a:ext cx="13702199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184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766681"/>
            <a:ext cx="1862959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833390"/>
            <a:ext cx="1862959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472A9-B681-4220-8C78-E10435545E66}" type="datetimeFigureOut">
              <a:rPr lang="en-GB" smtClean="0"/>
              <a:t>30/03/2021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3346867"/>
            <a:ext cx="728984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3346867"/>
            <a:ext cx="4859893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D6EA5A-FC07-4A80-82CA-C387A9AAE9E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2559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4FEAAC59-5356-4E8C-9479-6E6DA8E683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043311"/>
              </p:ext>
            </p:extLst>
          </p:nvPr>
        </p:nvGraphicFramePr>
        <p:xfrm>
          <a:off x="2997233" y="6670546"/>
          <a:ext cx="1838752" cy="15442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75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input.py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95095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70007504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+</a:t>
                      </a:r>
                      <a:r>
                        <a:rPr lang="en-GB" sz="14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orderInput</a:t>
                      </a:r>
                      <a:r>
                        <a:rPr lang="en-GB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D36A2787-6C9C-4995-8E7F-E5EC57F223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7993999"/>
              </p:ext>
            </p:extLst>
          </p:nvPr>
        </p:nvGraphicFramePr>
        <p:xfrm>
          <a:off x="10407697" y="6585723"/>
          <a:ext cx="2856355" cy="285692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856355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view_receipt.py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2267662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item_quantity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item_selected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item_price</a:t>
                      </a:r>
                      <a:r>
                        <a:rPr lang="en-GB" sz="1400" dirty="0"/>
                        <a:t> : list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order_total</a:t>
                      </a:r>
                      <a:r>
                        <a:rPr lang="en-GB" sz="1400" dirty="0"/>
                        <a:t> : float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item_index</a:t>
                      </a:r>
                      <a:r>
                        <a:rPr lang="en-GB" sz="1400" dirty="0"/>
                        <a:t> : int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44999266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CreateReceipt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0A28AF-3325-4FC1-AE75-27AA48D0F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9324689"/>
              </p:ext>
            </p:extLst>
          </p:nvPr>
        </p:nvGraphicFramePr>
        <p:xfrm>
          <a:off x="6423462" y="6461603"/>
          <a:ext cx="2590062" cy="193937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062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46106">
                <a:tc>
                  <a:txBody>
                    <a:bodyPr/>
                    <a:lstStyle/>
                    <a:p>
                      <a:r>
                        <a:rPr lang="en-GB" sz="1400" dirty="0"/>
                        <a:t>Basket.py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1152993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orderInput.amountOfItem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orderInput.menu</a:t>
                      </a:r>
                      <a:r>
                        <a:rPr lang="en-GB" sz="1400" dirty="0"/>
                        <a:t> : </a:t>
                      </a:r>
                      <a:r>
                        <a:rPr lang="en-GB" sz="1400" dirty="0" err="1"/>
                        <a:t>dict</a:t>
                      </a:r>
                      <a:endParaRPr lang="en-GB" sz="1400" dirty="0"/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itemSelectionAmount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424787">
                <a:tc>
                  <a:txBody>
                    <a:bodyPr/>
                    <a:lstStyle/>
                    <a:p>
                      <a:r>
                        <a:rPr lang="en-GB" sz="1400" dirty="0"/>
                        <a:t>+basket()</a:t>
                      </a:r>
                    </a:p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basketEdit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563805596"/>
                  </a:ext>
                </a:extLst>
              </a:tr>
            </a:tbl>
          </a:graphicData>
        </a:graphic>
      </p:graphicFrame>
      <p:sp>
        <p:nvSpPr>
          <p:cNvPr id="9" name="Diamond 8">
            <a:extLst>
              <a:ext uri="{FF2B5EF4-FFF2-40B4-BE49-F238E27FC236}">
                <a16:creationId xmlns:a16="http://schemas.microsoft.com/office/drawing/2014/main" id="{9D02F9B5-78F0-41FC-B92F-D7821DAF6D39}"/>
              </a:ext>
            </a:extLst>
          </p:cNvPr>
          <p:cNvSpPr/>
          <p:nvPr/>
        </p:nvSpPr>
        <p:spPr>
          <a:xfrm>
            <a:off x="4783471" y="68895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4057572-70DB-46E3-854C-CAD14196DD42}"/>
              </a:ext>
            </a:extLst>
          </p:cNvPr>
          <p:cNvCxnSpPr>
            <a:cxnSpLocks/>
            <a:endCxn id="9" idx="3"/>
          </p:cNvCxnSpPr>
          <p:nvPr/>
        </p:nvCxnSpPr>
        <p:spPr>
          <a:xfrm flipH="1">
            <a:off x="5450807" y="6961210"/>
            <a:ext cx="972654" cy="4388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17BF941-A2AA-4914-A331-C08C8B32B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0176280"/>
              </p:ext>
            </p:extLst>
          </p:nvPr>
        </p:nvGraphicFramePr>
        <p:xfrm>
          <a:off x="3027320" y="5383364"/>
          <a:ext cx="1598734" cy="29260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Menu.txt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15" name="Diamond 14">
            <a:extLst>
              <a:ext uri="{FF2B5EF4-FFF2-40B4-BE49-F238E27FC236}">
                <a16:creationId xmlns:a16="http://schemas.microsoft.com/office/drawing/2014/main" id="{CA36F239-F3D8-490D-8C36-448324B51790}"/>
              </a:ext>
            </a:extLst>
          </p:cNvPr>
          <p:cNvSpPr/>
          <p:nvPr/>
        </p:nvSpPr>
        <p:spPr>
          <a:xfrm>
            <a:off x="3595959" y="6430234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25D434-7E7D-4C10-B7B3-9ECAB81D0295}"/>
              </a:ext>
            </a:extLst>
          </p:cNvPr>
          <p:cNvCxnSpPr>
            <a:cxnSpLocks/>
          </p:cNvCxnSpPr>
          <p:nvPr/>
        </p:nvCxnSpPr>
        <p:spPr>
          <a:xfrm flipV="1">
            <a:off x="3929627" y="5668518"/>
            <a:ext cx="0" cy="7524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5">
            <a:extLst>
              <a:ext uri="{FF2B5EF4-FFF2-40B4-BE49-F238E27FC236}">
                <a16:creationId xmlns:a16="http://schemas.microsoft.com/office/drawing/2014/main" id="{174367ED-4461-48B4-B1E2-53231EA8CA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5931729"/>
              </p:ext>
            </p:extLst>
          </p:nvPr>
        </p:nvGraphicFramePr>
        <p:xfrm>
          <a:off x="10121957" y="4869175"/>
          <a:ext cx="2002238" cy="110607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02238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 err="1"/>
                        <a:t>order_adapter</a:t>
                      </a:r>
                      <a:endParaRPr lang="en-GB" sz="1400" dirty="0"/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927300183"/>
                  </a:ext>
                </a:extLst>
              </a:tr>
              <a:tr h="40673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order_number_adapt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0" name="Diamond 19">
            <a:extLst>
              <a:ext uri="{FF2B5EF4-FFF2-40B4-BE49-F238E27FC236}">
                <a16:creationId xmlns:a16="http://schemas.microsoft.com/office/drawing/2014/main" id="{4B879F06-A285-40F4-9D1B-08A5296DA377}"/>
              </a:ext>
            </a:extLst>
          </p:cNvPr>
          <p:cNvSpPr/>
          <p:nvPr/>
        </p:nvSpPr>
        <p:spPr>
          <a:xfrm>
            <a:off x="9002266" y="688035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0C3BE01-E15E-4895-9F86-58C99E5B8F7F}"/>
              </a:ext>
            </a:extLst>
          </p:cNvPr>
          <p:cNvCxnSpPr>
            <a:cxnSpLocks/>
          </p:cNvCxnSpPr>
          <p:nvPr/>
        </p:nvCxnSpPr>
        <p:spPr>
          <a:xfrm flipH="1" flipV="1">
            <a:off x="9664847" y="6994382"/>
            <a:ext cx="746713" cy="1475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" name="Diamond 21">
            <a:extLst>
              <a:ext uri="{FF2B5EF4-FFF2-40B4-BE49-F238E27FC236}">
                <a16:creationId xmlns:a16="http://schemas.microsoft.com/office/drawing/2014/main" id="{8C59062F-781B-401F-8160-87D0E60CAD88}"/>
              </a:ext>
            </a:extLst>
          </p:cNvPr>
          <p:cNvSpPr/>
          <p:nvPr/>
        </p:nvSpPr>
        <p:spPr>
          <a:xfrm>
            <a:off x="11605100" y="4609602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DD51B98-93C6-49E5-AB54-48328FAF9E41}"/>
              </a:ext>
            </a:extLst>
          </p:cNvPr>
          <p:cNvCxnSpPr>
            <a:cxnSpLocks/>
          </p:cNvCxnSpPr>
          <p:nvPr/>
        </p:nvCxnSpPr>
        <p:spPr>
          <a:xfrm flipV="1">
            <a:off x="11934832" y="3719361"/>
            <a:ext cx="69926" cy="91775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6" name="Table 5">
            <a:extLst>
              <a:ext uri="{FF2B5EF4-FFF2-40B4-BE49-F238E27FC236}">
                <a16:creationId xmlns:a16="http://schemas.microsoft.com/office/drawing/2014/main" id="{29979679-DC74-41C8-B6D2-DBE9FFD3C1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9292284"/>
              </p:ext>
            </p:extLst>
          </p:nvPr>
        </p:nvGraphicFramePr>
        <p:xfrm>
          <a:off x="8352542" y="2525469"/>
          <a:ext cx="2524037" cy="131670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24037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order_number_gen.py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order_num</a:t>
                      </a:r>
                      <a:r>
                        <a:rPr lang="en-GB" sz="1400" dirty="0"/>
                        <a:t> : string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new_code</a:t>
                      </a:r>
                      <a:r>
                        <a:rPr lang="en-GB" sz="1400" dirty="0"/>
                        <a:t> : string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</a:t>
                      </a:r>
                      <a:r>
                        <a:rPr lang="en-GB" sz="1400" dirty="0" err="1"/>
                        <a:t>ordercode</a:t>
                      </a:r>
                      <a:r>
                        <a:rPr lang="en-GB" sz="1400" dirty="0"/>
                        <a:t>()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2617288427"/>
                  </a:ext>
                </a:extLst>
              </a:tr>
            </a:tbl>
          </a:graphicData>
        </a:graphic>
      </p:graphicFrame>
      <p:sp>
        <p:nvSpPr>
          <p:cNvPr id="27" name="Diamond 26">
            <a:extLst>
              <a:ext uri="{FF2B5EF4-FFF2-40B4-BE49-F238E27FC236}">
                <a16:creationId xmlns:a16="http://schemas.microsoft.com/office/drawing/2014/main" id="{C1AA4843-C04F-48C4-8FC2-B7A9C01147A4}"/>
              </a:ext>
            </a:extLst>
          </p:cNvPr>
          <p:cNvSpPr/>
          <p:nvPr/>
        </p:nvSpPr>
        <p:spPr>
          <a:xfrm>
            <a:off x="10799762" y="633349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9D79670-15C0-4799-976C-7BD6261535E7}"/>
              </a:ext>
            </a:extLst>
          </p:cNvPr>
          <p:cNvCxnSpPr>
            <a:cxnSpLocks/>
            <a:stCxn id="27" idx="0"/>
            <a:endCxn id="19" idx="2"/>
          </p:cNvCxnSpPr>
          <p:nvPr/>
        </p:nvCxnSpPr>
        <p:spPr>
          <a:xfrm flipH="1" flipV="1">
            <a:off x="11123075" y="5975247"/>
            <a:ext cx="10356" cy="358249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7236214-0290-4802-8E32-C8263358B3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245321"/>
              </p:ext>
            </p:extLst>
          </p:nvPr>
        </p:nvGraphicFramePr>
        <p:xfrm>
          <a:off x="15122942" y="6964429"/>
          <a:ext cx="1893790" cy="110538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93790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Ordertofile.py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  <a:tr h="512053">
                <a:tc>
                  <a:txBody>
                    <a:bodyPr/>
                    <a:lstStyle/>
                    <a:p>
                      <a:r>
                        <a:rPr lang="en-GB" sz="1400" dirty="0"/>
                        <a:t>- </a:t>
                      </a:r>
                      <a:r>
                        <a:rPr lang="en-GB" sz="1400" dirty="0" err="1"/>
                        <a:t>order_store</a:t>
                      </a:r>
                      <a:r>
                        <a:rPr lang="en-GB" sz="1400" dirty="0"/>
                        <a:t> : bool</a:t>
                      </a:r>
                    </a:p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</a:t>
                      </a:r>
                      <a:r>
                        <a:rPr lang="en-GB" sz="1400" dirty="0"/>
                        <a:t> : list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18828700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save_order_to_file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084577857"/>
                  </a:ext>
                </a:extLst>
              </a:tr>
            </a:tbl>
          </a:graphicData>
        </a:graphic>
      </p:graphicFrame>
      <p:sp>
        <p:nvSpPr>
          <p:cNvPr id="25" name="Diamond 24">
            <a:extLst>
              <a:ext uri="{FF2B5EF4-FFF2-40B4-BE49-F238E27FC236}">
                <a16:creationId xmlns:a16="http://schemas.microsoft.com/office/drawing/2014/main" id="{78A45533-9B6E-477F-BAEE-E0C6487AE65D}"/>
              </a:ext>
            </a:extLst>
          </p:cNvPr>
          <p:cNvSpPr/>
          <p:nvPr/>
        </p:nvSpPr>
        <p:spPr>
          <a:xfrm>
            <a:off x="13264054" y="6807363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D7DEC1D-D913-4E3C-B842-F06790F2B4DD}"/>
              </a:ext>
            </a:extLst>
          </p:cNvPr>
          <p:cNvCxnSpPr>
            <a:cxnSpLocks/>
            <a:stCxn id="24" idx="1"/>
            <a:endCxn id="25" idx="3"/>
          </p:cNvCxnSpPr>
          <p:nvPr/>
        </p:nvCxnSpPr>
        <p:spPr>
          <a:xfrm flipH="1" flipV="1">
            <a:off x="13931391" y="6922864"/>
            <a:ext cx="1191551" cy="594256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73D05EF3-A98D-44FA-8DDD-7218DA7CFD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0634587"/>
              </p:ext>
            </p:extLst>
          </p:nvPr>
        </p:nvGraphicFramePr>
        <p:xfrm>
          <a:off x="15183102" y="8965111"/>
          <a:ext cx="1598734" cy="2966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98734">
                  <a:extLst>
                    <a:ext uri="{9D8B030D-6E8A-4147-A177-3AD203B41FA5}">
                      <a16:colId xmlns:a16="http://schemas.microsoft.com/office/drawing/2014/main" val="306141693"/>
                    </a:ext>
                  </a:extLst>
                </a:gridCol>
              </a:tblGrid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Orderlog.csv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3500643278"/>
                  </a:ext>
                </a:extLst>
              </a:tr>
            </a:tbl>
          </a:graphicData>
        </a:graphic>
      </p:graphicFrame>
      <p:sp>
        <p:nvSpPr>
          <p:cNvPr id="34" name="Diamond 33">
            <a:extLst>
              <a:ext uri="{FF2B5EF4-FFF2-40B4-BE49-F238E27FC236}">
                <a16:creationId xmlns:a16="http://schemas.microsoft.com/office/drawing/2014/main" id="{064067F8-929B-46BE-8BE6-CCFF8EF74C68}"/>
              </a:ext>
            </a:extLst>
          </p:cNvPr>
          <p:cNvSpPr/>
          <p:nvPr/>
        </p:nvSpPr>
        <p:spPr>
          <a:xfrm>
            <a:off x="15648801" y="8693136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9827DBF-B8B5-48D0-BF4C-790E3CA17F47}"/>
              </a:ext>
            </a:extLst>
          </p:cNvPr>
          <p:cNvCxnSpPr>
            <a:cxnSpLocks/>
          </p:cNvCxnSpPr>
          <p:nvPr/>
        </p:nvCxnSpPr>
        <p:spPr>
          <a:xfrm flipV="1">
            <a:off x="15982469" y="8069812"/>
            <a:ext cx="0" cy="623324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E230F90-D3F2-46B3-8992-F87779604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365496"/>
              </p:ext>
            </p:extLst>
          </p:nvPr>
        </p:nvGraphicFramePr>
        <p:xfrm>
          <a:off x="11512386" y="3115808"/>
          <a:ext cx="2284508" cy="5892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84508">
                  <a:extLst>
                    <a:ext uri="{9D8B030D-6E8A-4147-A177-3AD203B41FA5}">
                      <a16:colId xmlns:a16="http://schemas.microsoft.com/office/drawing/2014/main" val="411298486"/>
                    </a:ext>
                  </a:extLst>
                </a:gridCol>
              </a:tblGrid>
              <a:tr h="292602">
                <a:tc>
                  <a:txBody>
                    <a:bodyPr/>
                    <a:lstStyle/>
                    <a:p>
                      <a:r>
                        <a:rPr lang="en-GB" sz="1400" dirty="0"/>
                        <a:t>order_number_stub.py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1086708719"/>
                  </a:ext>
                </a:extLst>
              </a:tr>
              <a:tr h="296665">
                <a:tc>
                  <a:txBody>
                    <a:bodyPr/>
                    <a:lstStyle/>
                    <a:p>
                      <a:r>
                        <a:rPr lang="en-GB" sz="1400" dirty="0"/>
                        <a:t>+</a:t>
                      </a:r>
                      <a:r>
                        <a:rPr lang="en-GB" sz="1400" dirty="0" err="1"/>
                        <a:t>order_number_generator</a:t>
                      </a:r>
                      <a:r>
                        <a:rPr lang="en-GB" sz="1400" dirty="0"/>
                        <a:t>()</a:t>
                      </a:r>
                    </a:p>
                  </a:txBody>
                  <a:tcPr marL="73150" marR="73150" marT="36575" marB="36575"/>
                </a:tc>
                <a:extLst>
                  <a:ext uri="{0D108BD9-81ED-4DB2-BD59-A6C34878D82A}">
                    <a16:rowId xmlns:a16="http://schemas.microsoft.com/office/drawing/2014/main" val="4037363745"/>
                  </a:ext>
                </a:extLst>
              </a:tr>
            </a:tbl>
          </a:graphicData>
        </a:graphic>
      </p:graphicFrame>
      <p:sp>
        <p:nvSpPr>
          <p:cNvPr id="36" name="Diamond 35">
            <a:extLst>
              <a:ext uri="{FF2B5EF4-FFF2-40B4-BE49-F238E27FC236}">
                <a16:creationId xmlns:a16="http://schemas.microsoft.com/office/drawing/2014/main" id="{C55B0843-346C-4636-B43A-28E2A3862D8C}"/>
              </a:ext>
            </a:extLst>
          </p:cNvPr>
          <p:cNvSpPr/>
          <p:nvPr/>
        </p:nvSpPr>
        <p:spPr>
          <a:xfrm>
            <a:off x="10038204" y="4633280"/>
            <a:ext cx="667337" cy="231001"/>
          </a:xfrm>
          <a:prstGeom prst="diamond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440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CBE4947-7E9A-40BC-B662-A160CAF2CE98}"/>
              </a:ext>
            </a:extLst>
          </p:cNvPr>
          <p:cNvCxnSpPr>
            <a:cxnSpLocks/>
          </p:cNvCxnSpPr>
          <p:nvPr/>
        </p:nvCxnSpPr>
        <p:spPr>
          <a:xfrm flipV="1">
            <a:off x="10305882" y="3847071"/>
            <a:ext cx="0" cy="851243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1921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395</TotalTime>
  <Words>204</Words>
  <Application>Microsoft Office PowerPoint</Application>
  <PresentationFormat>Custom</PresentationFormat>
  <Paragraphs>39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Martin Bowmaker</dc:creator>
  <cp:lastModifiedBy>Martin Bowmaker</cp:lastModifiedBy>
  <cp:revision>19</cp:revision>
  <dcterms:created xsi:type="dcterms:W3CDTF">2021-03-24T09:31:16Z</dcterms:created>
  <dcterms:modified xsi:type="dcterms:W3CDTF">2021-03-30T15:51:46Z</dcterms:modified>
</cp:coreProperties>
</file>